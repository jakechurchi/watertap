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00EC-1F24-17C6-DC6A-3CADC26B6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8B01B-6EAC-87B0-0BD5-91FB4F024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358E-6BE9-C03E-5C60-ECF476F5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7EEC-EAFD-E84A-8A7C-FC759D36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099D-7940-D687-A13B-DE9A2543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1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BAF4-9F31-0C34-72C4-C3A99C65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3B2A-4481-842D-8AFE-98558B49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B9FF8-5CE5-F760-A27C-B3F541D3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90BB5-862E-AF11-21AC-AF984207E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BEA6-1053-4CA7-4E53-19A99A4C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8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4661-3765-68AB-60C5-D1483B0D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A05D4-A1FF-8A16-AF21-A382ACE8C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1B02-AA2B-BD48-BE69-B0A087EC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E4854-C03A-1DBE-2A4D-07A23895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C1689-1E24-E1F0-5FF0-07C6C808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9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7F1B-05B7-DE26-C541-80F4C2AB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7EA0-BBC3-F355-3AEA-9A26D0256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262B6-6251-45AE-237A-2DF564E52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8EE3B-4999-1A78-08FE-F3A7017E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D6335-C709-8EF5-9E26-AB55ABF4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5E34E-2C1C-E0C1-FD99-C8AEF258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5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D81B-3F02-77D7-9854-7EF34CB3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884DF-BC89-EC01-3F4F-1C85CE791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AD1F8-D1AB-FC58-0B44-8251AD804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08926-5691-E606-2D79-02CDA617B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09341-EFC3-7EBF-6AAF-2C1715C59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3D4DF7-B720-6B07-2A63-82427067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FE3E3-A011-112C-F771-8C17D6B6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5B709-6BBC-DE74-F86A-122B9F98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8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2EAC-B553-FE17-83DB-B9DF70FE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251BC-C02F-730F-236A-4AEF5CD20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7B1A6-D3CC-2C96-380C-9B14E0C0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5E3C0-CC87-DD11-596E-38373FAA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38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21801-E9B7-3DBB-039E-C2C019A5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CEC2A-0923-8B32-1C06-41D43641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6F1E1-FE3A-EBA7-A45D-C1AFF6D6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8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4BFB-2DF1-5E4B-2C79-15B683DA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73FB-4397-9AEE-F7CE-7226679C9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1288D-1730-294B-A9A0-C6718FC5A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FC678-59A9-3137-99C9-57F4D248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4DD98-62D1-F9DE-D525-3654F473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4B8D6-37C8-CE71-E6C2-4059B781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2FDC-6542-01CA-887E-07B8AA77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787D6-A011-5D81-5C94-4DE35841A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53907-4D20-F785-EF60-4217D00FD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0C06D-E7F0-D60F-3302-DE2AAAF4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08571-4639-9531-8B6E-FD77222A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99756-E7EF-70FF-FE99-4B903016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80EF-436D-0735-B86D-0FCEEF9B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A223F-F604-3F55-3000-9F6438298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1050-1266-C1C5-8E1B-3B631204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582-11AE-1C9A-FE4F-05D3129B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11FE-F156-0EB5-2674-AEE751EA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0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4B745-8A90-4456-0CFE-E03D79FEA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7FCE1-4E67-DE1C-549A-08287E75F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8426A-DB2A-0E8D-D383-0A3ED431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690F-7884-8635-D6CE-E71A21B6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D05EC-FDE9-02C7-66D7-41D13688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6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62429-D836-7ECE-FBBC-45EEAB8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94FA-42FD-FAA5-4EA2-4C1311991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F27F1-17C3-D4EB-4826-94DC87159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32DE8-C881-4996-B72F-AD790B2CA2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2354-C318-ED28-D82D-9C6E9AF57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8636-E651-F212-85A9-3F7F4C3C6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E56CA-8F2C-4C2D-801A-59340172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0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62642-3575-1942-3A49-113EA82C2BF7}"/>
              </a:ext>
            </a:extLst>
          </p:cNvPr>
          <p:cNvSpPr txBox="1"/>
          <p:nvPr/>
        </p:nvSpPr>
        <p:spPr>
          <a:xfrm>
            <a:off x="658368" y="384048"/>
            <a:ext cx="2382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Information Flowchart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2C0428-5203-36C0-96C8-A1CB70366FE2}"/>
              </a:ext>
            </a:extLst>
          </p:cNvPr>
          <p:cNvSpPr/>
          <p:nvPr/>
        </p:nvSpPr>
        <p:spPr>
          <a:xfrm>
            <a:off x="896112" y="3167396"/>
            <a:ext cx="2103120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WaterTAP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261CF-0A6D-C2EF-AF6C-8C7DB6FE8F20}"/>
              </a:ext>
            </a:extLst>
          </p:cNvPr>
          <p:cNvSpPr/>
          <p:nvPr/>
        </p:nvSpPr>
        <p:spPr>
          <a:xfrm>
            <a:off x="896112" y="3767852"/>
            <a:ext cx="2103120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Sources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DD00FA-B160-D964-72AD-B01CE4209F35}"/>
              </a:ext>
            </a:extLst>
          </p:cNvPr>
          <p:cNvSpPr/>
          <p:nvPr/>
        </p:nvSpPr>
        <p:spPr>
          <a:xfrm>
            <a:off x="896112" y="4363436"/>
            <a:ext cx="2103120" cy="986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Advisor Model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73A26F5-9C4C-87D3-8AB4-703700D27604}"/>
              </a:ext>
            </a:extLst>
          </p:cNvPr>
          <p:cNvSpPr/>
          <p:nvPr/>
        </p:nvSpPr>
        <p:spPr>
          <a:xfrm>
            <a:off x="6601968" y="948314"/>
            <a:ext cx="2103120" cy="42255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Multiperiod Optimization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740583-E08B-6452-7017-29A8FE79D111}"/>
              </a:ext>
            </a:extLst>
          </p:cNvPr>
          <p:cNvSpPr/>
          <p:nvPr/>
        </p:nvSpPr>
        <p:spPr>
          <a:xfrm>
            <a:off x="896112" y="1222956"/>
            <a:ext cx="2103120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83BD10-4BA0-7856-EF76-FAA4FC428A16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6601968" y="3061079"/>
            <a:ext cx="61697" cy="3222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059700-DB4B-EEA5-7033-EF366367BEED}"/>
              </a:ext>
            </a:extLst>
          </p:cNvPr>
          <p:cNvCxnSpPr>
            <a:cxnSpLocks/>
          </p:cNvCxnSpPr>
          <p:nvPr/>
        </p:nvCxnSpPr>
        <p:spPr>
          <a:xfrm>
            <a:off x="8705088" y="2716661"/>
            <a:ext cx="10027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07574E1C-E1A0-8596-F027-7516285256AF}"/>
              </a:ext>
            </a:extLst>
          </p:cNvPr>
          <p:cNvSpPr/>
          <p:nvPr/>
        </p:nvSpPr>
        <p:spPr>
          <a:xfrm>
            <a:off x="9707880" y="2416814"/>
            <a:ext cx="2103120" cy="624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 Sizes, Total 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B5F502-42CD-FA5D-0C37-2257503933DD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7653528" y="5173843"/>
            <a:ext cx="0" cy="355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AC4B6569-0891-D9CF-3977-ED233A296EEF}"/>
              </a:ext>
            </a:extLst>
          </p:cNvPr>
          <p:cNvSpPr/>
          <p:nvPr/>
        </p:nvSpPr>
        <p:spPr>
          <a:xfrm>
            <a:off x="8217407" y="381248"/>
            <a:ext cx="3788663" cy="355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Flexible Operations Profile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E4E3D17-9F56-0543-F64E-DB6CA37BC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469" y="4515245"/>
            <a:ext cx="5312822" cy="2634088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70172962-DD91-3F02-A92A-1A0B056B0C19}"/>
              </a:ext>
            </a:extLst>
          </p:cNvPr>
          <p:cNvSpPr/>
          <p:nvPr/>
        </p:nvSpPr>
        <p:spPr>
          <a:xfrm>
            <a:off x="2999232" y="1225421"/>
            <a:ext cx="2039112" cy="57086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30CC0F-7DB1-5436-3D3D-2C53A1AE60A5}"/>
              </a:ext>
            </a:extLst>
          </p:cNvPr>
          <p:cNvSpPr txBox="1"/>
          <p:nvPr/>
        </p:nvSpPr>
        <p:spPr>
          <a:xfrm>
            <a:off x="3040880" y="1002054"/>
            <a:ext cx="167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Demand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132634-8343-274F-C819-4F54570F068A}"/>
              </a:ext>
            </a:extLst>
          </p:cNvPr>
          <p:cNvSpPr txBox="1"/>
          <p:nvPr/>
        </p:nvSpPr>
        <p:spPr>
          <a:xfrm>
            <a:off x="2101229" y="2069884"/>
            <a:ext cx="898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</a:t>
            </a:r>
          </a:p>
          <a:p>
            <a:r>
              <a:rPr lang="en-US" dirty="0"/>
              <a:t>Quality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47735B2-23A4-C667-0F2C-9D887E612D07}"/>
              </a:ext>
            </a:extLst>
          </p:cNvPr>
          <p:cNvSpPr/>
          <p:nvPr/>
        </p:nvSpPr>
        <p:spPr>
          <a:xfrm rot="5400000">
            <a:off x="1255476" y="2170692"/>
            <a:ext cx="1417183" cy="57086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84971F-867B-4142-5669-745D93C6DDF9}"/>
              </a:ext>
            </a:extLst>
          </p:cNvPr>
          <p:cNvSpPr txBox="1"/>
          <p:nvPr/>
        </p:nvSpPr>
        <p:spPr>
          <a:xfrm>
            <a:off x="3754020" y="2635520"/>
            <a:ext cx="166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 SEC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AA8D3AA-841C-8C3D-0DA5-74F301E46FF5}"/>
              </a:ext>
            </a:extLst>
          </p:cNvPr>
          <p:cNvSpPr/>
          <p:nvPr/>
        </p:nvSpPr>
        <p:spPr>
          <a:xfrm>
            <a:off x="3013735" y="2864382"/>
            <a:ext cx="3227832" cy="57086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2A28C7E8-1D07-15DE-55F1-84BBED39D311}"/>
              </a:ext>
            </a:extLst>
          </p:cNvPr>
          <p:cNvSpPr/>
          <p:nvPr/>
        </p:nvSpPr>
        <p:spPr>
          <a:xfrm>
            <a:off x="3016243" y="3414640"/>
            <a:ext cx="3227832" cy="1566895"/>
          </a:xfrm>
          <a:prstGeom prst="rightArrow">
            <a:avLst>
              <a:gd name="adj1" fmla="val 100000"/>
              <a:gd name="adj2" fmla="val 53198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0C9D01-6C2B-C2E5-AF07-6DF63B4B2DDC}"/>
              </a:ext>
            </a:extLst>
          </p:cNvPr>
          <p:cNvSpPr txBox="1"/>
          <p:nvPr/>
        </p:nvSpPr>
        <p:spPr>
          <a:xfrm>
            <a:off x="3754020" y="5386620"/>
            <a:ext cx="153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Profile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39B80F8-8BFC-0571-99F0-13F36EB757BB}"/>
              </a:ext>
            </a:extLst>
          </p:cNvPr>
          <p:cNvSpPr/>
          <p:nvPr/>
        </p:nvSpPr>
        <p:spPr>
          <a:xfrm>
            <a:off x="2999232" y="4995327"/>
            <a:ext cx="3227832" cy="57086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694992-4F64-F308-F50B-B5FA99C7A77E}"/>
              </a:ext>
            </a:extLst>
          </p:cNvPr>
          <p:cNvSpPr txBox="1"/>
          <p:nvPr/>
        </p:nvSpPr>
        <p:spPr>
          <a:xfrm>
            <a:off x="3323057" y="3923300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CAPEX and OPEX</a:t>
            </a:r>
          </a:p>
        </p:txBody>
      </p:sp>
    </p:spTree>
    <p:extLst>
      <p:ext uri="{BB962C8B-B14F-4D97-AF65-F5344CB8AC3E}">
        <p14:creationId xmlns:p14="http://schemas.microsoft.com/office/powerpoint/2010/main" val="113799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Churchill, Jake</dc:creator>
  <cp:lastModifiedBy>Churchill, Jake</cp:lastModifiedBy>
  <cp:revision>3</cp:revision>
  <dcterms:created xsi:type="dcterms:W3CDTF">2026-05-15T15:25:28Z</dcterms:created>
  <dcterms:modified xsi:type="dcterms:W3CDTF">2026-05-15T18:12:52Z</dcterms:modified>
</cp:coreProperties>
</file>