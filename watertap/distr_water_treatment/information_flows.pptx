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500EC-1F24-17C6-DC6A-3CADC26B69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18B01B-6EAC-87B0-0BD5-91FB4F024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73358E-6BE9-C03E-5C60-ECF476F50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47EEC-EAFD-E84A-8A7C-FC759D36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0099D-7940-D687-A13B-DE9A25439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810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5BAF4-9F31-0C34-72C4-C3A99C65F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13B2A-4481-842D-8AFE-98558B498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B9FF8-5CE5-F760-A27C-B3F541D32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90BB5-862E-AF11-21AC-AF984207E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1BEA6-1053-4CA7-4E53-19A99A4CE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81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C4661-3765-68AB-60C5-D1483B0DA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1A05D4-A1FF-8A16-AF21-A382ACE8C0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21B02-AA2B-BD48-BE69-B0A087EC3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9E4854-C03A-1DBE-2A4D-07A23895A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C1689-1E24-E1F0-5FF0-07C6C808D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095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C7F1B-05B7-DE26-C541-80F4C2AB9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E7EA0-BBC3-F355-3AEA-9A26D0256E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A262B6-6251-45AE-237A-2DF564E52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D8EE3B-4999-1A78-08FE-F3A7017E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DD6335-C709-8EF5-9E26-AB55ABF46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A5E34E-2C1C-E0C1-FD99-C8AEF2583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5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D81B-3F02-77D7-9854-7EF34CB32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884DF-BC89-EC01-3F4F-1C85CE791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AD1F8-D1AB-FC58-0B44-8251AD804F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508926-5691-E606-2D79-02CDA617B7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909341-EFC3-7EBF-6AAF-2C1715C594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3D4DF7-B720-6B07-2A63-824270672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6FE3E3-A011-112C-F771-8C17D6B6B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05B709-6BBC-DE74-F86A-122B9F989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87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2EAC-B553-FE17-83DB-B9DF70FE6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E251BC-C02F-730F-236A-4AEF5CD20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7B1A6-D3CC-2C96-380C-9B14E0C0C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65E3C0-CC87-DD11-596E-38373FAA4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538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221801-E9B7-3DBB-039E-C2C019A5B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5CEC2A-0923-8B32-1C06-41D436418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6F1E1-FE3A-EBA7-A45D-C1AFF6D67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98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A4BFB-2DF1-5E4B-2C79-15B683DAF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373FB-4397-9AEE-F7CE-7226679C9A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C1288D-1730-294B-A9A0-C6718FC5A7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4FC678-59A9-3137-99C9-57F4D248B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44DD98-62D1-F9DE-D525-3654F4731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4B8D6-37C8-CE71-E6C2-4059B7812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983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2FDC-6542-01CA-887E-07B8AA77D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7787D6-A011-5D81-5C94-4DE35841AF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E53907-4D20-F785-EF60-4217D00FD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0C06D-E7F0-D60F-3302-DE2AAAF43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508571-4639-9531-8B6E-FD77222A1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99756-E7EF-70FF-FE99-4B9030162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2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980EF-436D-0735-B86D-0FCEEF9B2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0A223F-F604-3F55-3000-9F64382985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C1050-1266-C1C5-8E1B-3B631204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70582-11AE-1C9A-FE4F-05D3129BE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011FE-F156-0EB5-2674-AEE751EA7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605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14B745-8A90-4456-0CFE-E03D79FEA0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57FCE1-4E67-DE1C-549A-08287E75F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8426A-DB2A-0E8D-D383-0A3ED4318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E3690F-7884-8635-D6CE-E71A21B61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D05EC-FDE9-02C7-66D7-41D13688B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65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362429-D836-7ECE-FBBC-45EEAB80D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494FA-42FD-FAA5-4EA2-4C13119911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F27F1-17C3-D4EB-4826-94DC87159D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932DE8-C881-4996-B72F-AD790B2CA2C8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62354-C318-ED28-D82D-9C6E9AF57F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B8636-E651-F212-85A9-3F7F4C3C67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CE56CA-8F2C-4C2D-801A-593401724E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0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462642-3575-1942-3A49-113EA82C2BF7}"/>
              </a:ext>
            </a:extLst>
          </p:cNvPr>
          <p:cNvSpPr txBox="1"/>
          <p:nvPr/>
        </p:nvSpPr>
        <p:spPr>
          <a:xfrm>
            <a:off x="658368" y="384048"/>
            <a:ext cx="2382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Information Flowchart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2C0428-5203-36C0-96C8-A1CB70366FE2}"/>
              </a:ext>
            </a:extLst>
          </p:cNvPr>
          <p:cNvSpPr/>
          <p:nvPr/>
        </p:nvSpPr>
        <p:spPr>
          <a:xfrm>
            <a:off x="896112" y="3167396"/>
            <a:ext cx="2103120" cy="512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WaterTAP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7261CF-0A6D-C2EF-AF6C-8C7DB6FE8F20}"/>
              </a:ext>
            </a:extLst>
          </p:cNvPr>
          <p:cNvSpPr/>
          <p:nvPr/>
        </p:nvSpPr>
        <p:spPr>
          <a:xfrm>
            <a:off x="896112" y="3822716"/>
            <a:ext cx="2103120" cy="512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Other Sources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DD00FA-B160-D964-72AD-B01CE4209F35}"/>
              </a:ext>
            </a:extLst>
          </p:cNvPr>
          <p:cNvSpPr/>
          <p:nvPr/>
        </p:nvSpPr>
        <p:spPr>
          <a:xfrm>
            <a:off x="896112" y="4515874"/>
            <a:ext cx="2103120" cy="6243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System Advisor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2BFF38-2C64-F048-A443-ED0B985284E7}"/>
              </a:ext>
            </a:extLst>
          </p:cNvPr>
          <p:cNvSpPr/>
          <p:nvPr/>
        </p:nvSpPr>
        <p:spPr>
          <a:xfrm>
            <a:off x="3776472" y="3759232"/>
            <a:ext cx="2103120" cy="6243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CAPEX, OPEX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700539-3F7F-BB10-8D63-FFB88FFA7F1F}"/>
              </a:ext>
            </a:extLst>
          </p:cNvPr>
          <p:cNvSpPr/>
          <p:nvPr/>
        </p:nvSpPr>
        <p:spPr>
          <a:xfrm>
            <a:off x="3666744" y="5120640"/>
            <a:ext cx="2103120" cy="6243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Energy Profile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4C68B6-723D-6DA2-E985-1E94762F0119}"/>
              </a:ext>
            </a:extLst>
          </p:cNvPr>
          <p:cNvSpPr/>
          <p:nvPr/>
        </p:nvSpPr>
        <p:spPr>
          <a:xfrm>
            <a:off x="3666744" y="2540401"/>
            <a:ext cx="2103120" cy="6243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Treatment SEC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FA9A7C7-01C8-FB5F-DEEA-AABF79EEC7DC}"/>
              </a:ext>
            </a:extLst>
          </p:cNvPr>
          <p:cNvCxnSpPr>
            <a:endCxn id="8" idx="1"/>
          </p:cNvCxnSpPr>
          <p:nvPr/>
        </p:nvCxnSpPr>
        <p:spPr>
          <a:xfrm>
            <a:off x="2999232" y="4828032"/>
            <a:ext cx="667512" cy="604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75C53-8FFA-A939-E9AE-14DB8FC98D6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2999232" y="2852559"/>
            <a:ext cx="667512" cy="570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52725D-D056-24CF-3F87-864DD48CDE1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2999232" y="3423428"/>
            <a:ext cx="777240" cy="647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64D0B5-3980-7274-14ED-E1B67F917891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2999232" y="4071390"/>
            <a:ext cx="777240" cy="73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7D5D1E0-0503-3476-8F46-8B39884E6860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2999232" y="4071390"/>
            <a:ext cx="777240" cy="756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4" name="Flowchart: Connector 23">
            <a:extLst>
              <a:ext uri="{FF2B5EF4-FFF2-40B4-BE49-F238E27FC236}">
                <a16:creationId xmlns:a16="http://schemas.microsoft.com/office/drawing/2014/main" id="{B73A26F5-9C4C-87D3-8AB4-703700D27604}"/>
              </a:ext>
            </a:extLst>
          </p:cNvPr>
          <p:cNvSpPr/>
          <p:nvPr/>
        </p:nvSpPr>
        <p:spPr>
          <a:xfrm>
            <a:off x="6574536" y="2269512"/>
            <a:ext cx="2103120" cy="1005840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Multiperiod Optimization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3740583-E08B-6452-7017-29A8FE79D111}"/>
              </a:ext>
            </a:extLst>
          </p:cNvPr>
          <p:cNvSpPr/>
          <p:nvPr/>
        </p:nvSpPr>
        <p:spPr>
          <a:xfrm>
            <a:off x="896112" y="1324249"/>
            <a:ext cx="2103120" cy="512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Site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07EE2D8-84A4-A7CD-338F-3BDABFCF8269}"/>
              </a:ext>
            </a:extLst>
          </p:cNvPr>
          <p:cNvSpPr/>
          <p:nvPr/>
        </p:nvSpPr>
        <p:spPr>
          <a:xfrm>
            <a:off x="3776472" y="1235381"/>
            <a:ext cx="2103120" cy="6243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Water Demand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5B91F4E-EA89-1E21-79FC-54F68EE5226A}"/>
              </a:ext>
            </a:extLst>
          </p:cNvPr>
          <p:cNvSpPr/>
          <p:nvPr/>
        </p:nvSpPr>
        <p:spPr>
          <a:xfrm>
            <a:off x="896112" y="2204597"/>
            <a:ext cx="2103120" cy="512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Water Quality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A5AC7F9-1DAC-33EC-9E35-8F7678422936}"/>
              </a:ext>
            </a:extLst>
          </p:cNvPr>
          <p:cNvCxnSpPr>
            <a:cxnSpLocks/>
            <a:stCxn id="26" idx="2"/>
            <a:endCxn id="28" idx="0"/>
          </p:cNvCxnSpPr>
          <p:nvPr/>
        </p:nvCxnSpPr>
        <p:spPr>
          <a:xfrm>
            <a:off x="1947672" y="1836313"/>
            <a:ext cx="0" cy="3682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5A88F73-DAE7-ED43-B09A-74651A9FE4F1}"/>
              </a:ext>
            </a:extLst>
          </p:cNvPr>
          <p:cNvCxnSpPr>
            <a:cxnSpLocks/>
            <a:stCxn id="28" idx="2"/>
            <a:endCxn id="3" idx="0"/>
          </p:cNvCxnSpPr>
          <p:nvPr/>
        </p:nvCxnSpPr>
        <p:spPr>
          <a:xfrm>
            <a:off x="1947672" y="2716661"/>
            <a:ext cx="0" cy="4507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CA7AF7-ECFB-C081-ED1D-CB2CA19B35DA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999232" y="1547539"/>
            <a:ext cx="777240" cy="327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34C77C5-6FE6-5757-EE59-5D1A19D940D6}"/>
              </a:ext>
            </a:extLst>
          </p:cNvPr>
          <p:cNvCxnSpPr>
            <a:cxnSpLocks/>
            <a:stCxn id="27" idx="3"/>
            <a:endCxn id="24" idx="0"/>
          </p:cNvCxnSpPr>
          <p:nvPr/>
        </p:nvCxnSpPr>
        <p:spPr>
          <a:xfrm>
            <a:off x="5879592" y="1547539"/>
            <a:ext cx="1746504" cy="721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A3406C4-0A36-61E2-7A58-B5776140CE9D}"/>
              </a:ext>
            </a:extLst>
          </p:cNvPr>
          <p:cNvCxnSpPr>
            <a:cxnSpLocks/>
            <a:stCxn id="9" idx="3"/>
            <a:endCxn id="24" idx="1"/>
          </p:cNvCxnSpPr>
          <p:nvPr/>
        </p:nvCxnSpPr>
        <p:spPr>
          <a:xfrm flipV="1">
            <a:off x="5769864" y="2416814"/>
            <a:ext cx="1112667" cy="4357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D83BD10-4BA0-7856-EF76-FAA4FC428A16}"/>
              </a:ext>
            </a:extLst>
          </p:cNvPr>
          <p:cNvCxnSpPr>
            <a:cxnSpLocks/>
            <a:stCxn id="7" idx="3"/>
            <a:endCxn id="24" idx="2"/>
          </p:cNvCxnSpPr>
          <p:nvPr/>
        </p:nvCxnSpPr>
        <p:spPr>
          <a:xfrm flipV="1">
            <a:off x="5879592" y="2772432"/>
            <a:ext cx="694944" cy="1298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28AB6EB-A84D-2CCF-DF2E-F9137E20A8A8}"/>
              </a:ext>
            </a:extLst>
          </p:cNvPr>
          <p:cNvCxnSpPr>
            <a:cxnSpLocks/>
            <a:stCxn id="8" idx="3"/>
            <a:endCxn id="24" idx="3"/>
          </p:cNvCxnSpPr>
          <p:nvPr/>
        </p:nvCxnSpPr>
        <p:spPr>
          <a:xfrm flipV="1">
            <a:off x="5769864" y="3128050"/>
            <a:ext cx="1112667" cy="2304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7059700-DB4B-EEA5-7033-EF366367BEED}"/>
              </a:ext>
            </a:extLst>
          </p:cNvPr>
          <p:cNvCxnSpPr>
            <a:cxnSpLocks/>
          </p:cNvCxnSpPr>
          <p:nvPr/>
        </p:nvCxnSpPr>
        <p:spPr>
          <a:xfrm>
            <a:off x="8705088" y="2716661"/>
            <a:ext cx="10027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07574E1C-E1A0-8596-F027-7516285256AF}"/>
              </a:ext>
            </a:extLst>
          </p:cNvPr>
          <p:cNvSpPr/>
          <p:nvPr/>
        </p:nvSpPr>
        <p:spPr>
          <a:xfrm>
            <a:off x="9707880" y="2416814"/>
            <a:ext cx="2103120" cy="6243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Component Sizes, Total Cost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BB5F502-42CD-FA5D-0C37-2257503933DD}"/>
              </a:ext>
            </a:extLst>
          </p:cNvPr>
          <p:cNvCxnSpPr>
            <a:cxnSpLocks/>
            <a:stCxn id="24" idx="4"/>
          </p:cNvCxnSpPr>
          <p:nvPr/>
        </p:nvCxnSpPr>
        <p:spPr>
          <a:xfrm>
            <a:off x="7626096" y="3275352"/>
            <a:ext cx="0" cy="355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AC4B6569-0891-D9CF-3977-ED233A296EEF}"/>
              </a:ext>
            </a:extLst>
          </p:cNvPr>
          <p:cNvSpPr/>
          <p:nvPr/>
        </p:nvSpPr>
        <p:spPr>
          <a:xfrm>
            <a:off x="7220711" y="3600937"/>
            <a:ext cx="3788663" cy="3556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Flexible Operations Profile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CE4E3D17-9F56-0543-F64E-DB6CA37BC9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2844" y="3956552"/>
            <a:ext cx="5312822" cy="263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991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Churchill, Jake</dc:creator>
  <cp:lastModifiedBy>Churchill, Jake</cp:lastModifiedBy>
  <cp:revision>2</cp:revision>
  <dcterms:created xsi:type="dcterms:W3CDTF">2026-05-15T15:25:28Z</dcterms:created>
  <dcterms:modified xsi:type="dcterms:W3CDTF">2026-05-15T15:26:55Z</dcterms:modified>
</cp:coreProperties>
</file>